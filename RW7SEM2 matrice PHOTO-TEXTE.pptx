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9.xml" ContentType="application/inkml+xml"/>
  <Override PartName="/ppt/ink/ink12.xml" ContentType="application/inkml+xml"/>
  <Override PartName="/ppt/ink/ink11.xml" ContentType="application/inkml+xml"/>
  <Override PartName="/ppt/ink/ink10.xml" ContentType="application/inkml+xml"/>
  <Override PartName="/ppt/ink/ink8.xml" ContentType="application/inkml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5" r:id="rId3"/>
    <p:sldId id="267" r:id="rId4"/>
    <p:sldId id="257" r:id="rId5"/>
    <p:sldId id="259" r:id="rId6"/>
    <p:sldId id="258" r:id="rId7"/>
    <p:sldId id="260" r:id="rId8"/>
    <p:sldId id="261" r:id="rId9"/>
    <p:sldId id="262" r:id="rId10"/>
    <p:sldId id="266" r:id="rId11"/>
    <p:sldId id="269" r:id="rId1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1T05:30:00.89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 24575,'13'26'0,"15"10"0,24 12 0,-11-18 0,6 1 0,13 3 0,7-1 0,15 4 0,5-1-279,-22-11 1,3-1 0,0 0 278,5-1 0,0 0 0,0-3 0,-1-1 0,-1-2 0,-1-2 102,24 1 1,-4-5-103,-15-5 0,-5-5 0,-12-5 0,-7-2 0,7-3 0,23-9 0,-14 5 630,9-3-630,-11 3 0,-38 4 0,-15 6 0,-5-1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1T05:30:02.14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0 24575,'44'17'0,"18"6"0,23 4 0,-31-10 0,4 0 0,5 2 0,1 0 0,-4-3 0,-2 0 0,38 8 0,-38-11 0,-32-8 0,-16-4 0,-7-1 0,1 0 0,-14 10 0,-9 5 0,-26 16 0,-18 7 0,-15 4 0,34-19 0,-3 0 0,0 0 0,0-1 0,-43 20 0,10-6 0,17-9 0,19-10 0,15-7 0,15-5 0,8-3 0,4-1 0,2-1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1T05:38:53.081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0"/>
      <inkml:brushProperty name="anchorY" value="0"/>
      <inkml:brushProperty name="scaleFactor" value="0.5"/>
    </inkml:brush>
  </inkml:definitions>
  <inkml:trace contextRef="#ctx0" brushRef="#br0">0 227 24575,'26'-7'0,"33"-7"0,-7 2 0,9 0 0,25-5 0,9-2 0,-14 5 0,4-1 0,3 0-574,9-1 0,2 1 0,1 0 574,-1 1 0,0 1 0,-2 2 0,-11 3 0,-2 2 0,-4 2 208,13 4 0,-9 6-208,-22 5 0,-7 5 0,23 27 0,-17 20 0,-7 21 0,-25-31 0,-1 5 0,4 13 0,-1 5 0,2 9 0,-3 5 0,-10-27 0,-1 3 0,-2-1 0,5 32 0,-4-2 653,-5-9 0,-4-4-653,-4-14 0,-2-4 0,-5 26 0,-2-36 0,-1-29 0,4-17 0,-1-7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1T05:38:54.031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24797.35547"/>
      <inkml:brushProperty name="anchorY" value="-5323.00684"/>
      <inkml:brushProperty name="scaleFactor" value="0.5"/>
    </inkml:brush>
  </inkml:definitions>
  <inkml:trace contextRef="#ctx0" brushRef="#br0">0 50 24575,'6'8'0,"5"8"0,11 12 0,12 9 0,13 8 0,10 7 0,7 0 0,0-1 0,-8-8 0,-16-14 0,-15-12 0,-13-10 0,-6-6 0,5-7 0,10-5 0,13-5 0,10-8 0,6-4 0,7-11 0,7-9 0,6-8 0,3-2 0,-6 7 0,-10 9 0,-16 14 0,-15 12 0,-11 8 0,-7 5 0,-5 1 0,-1 2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1T05:38:54.903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50161.33594"/>
      <inkml:brushProperty name="anchorY" value="-10437.37695"/>
      <inkml:brushProperty name="scaleFactor" value="0.5"/>
    </inkml:brush>
  </inkml:definitions>
  <inkml:trace contextRef="#ctx0" brushRef="#br0">605 1 24575,'-37'0'0,"-11"0"0,-18 3 0,-14 5 0,-3 7 0,5 9 0,11 8 0,14 12 0,12 9 0,13 9 0,10 13 0,13 4 0,9 2 0,10-5 0,13-13 0,14-10 0,17-9 0,20-10 0,-26-20 0,4-4 0,8-2 0,3-4 0,5-4 0,0-5 0,-3-3 0,-3-3 0,-14-2 0,-5-2 0,12-14 0,-39 9 0,-39 9 0,-32 10 0,17 2 0,-6 3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1T05:38:55.614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77448.35156"/>
      <inkml:brushProperty name="anchorY" value="-15258.0918"/>
      <inkml:brushProperty name="scaleFactor" value="0.5"/>
    </inkml:brush>
  </inkml:definitions>
  <inkml:trace contextRef="#ctx0" brushRef="#br0">237 1 24575,'-9'20'0,"0"1"0,-1 3 0,2-3 0,4-3 0,5-4 0,8 0 0,8-1 0,6 3 0,1 0 0,-5 0 0,-9 1 0,-8 5 0,-7 5 0,-8 7 0,-10 8 0,-12 4 0,-14 1 0,-4-8 0,5-14 0,11-13 0,17-12 0,7-11 0,10 6 0,0-5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1T05:38:57.148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01424.39063"/>
      <inkml:brushProperty name="anchorY" value="-18097.40625"/>
      <inkml:brushProperty name="scaleFactor" value="0.5"/>
    </inkml:brush>
  </inkml:definitions>
  <inkml:trace contextRef="#ctx0" brushRef="#br0">338 0 24575,'-19'4'0,"-7"5"0,-11 12 0,-11 16 0,-8 22 0,26-19 0,2 2 0,3 6 0,3 2 0,3 3 0,5 1 0,5-3 0,4-1 0,10 37 0,12-23 0,7-24 0,6-22 0,7-19 0,15-16 0,16-16 0,13-11 0,-2-7 0,-16 1 0,-19 0 0,-21 1 0,-11 1 0,-5 1 0,-5 3 0,-1 8 0,-1 10 0,0 8 0,0 9 0,0 2 0,0 2 0,1-3 0,-1-2 0,2-2 0,0-2 0,0-4 0,-1 1 0,-1 1 0,0 2 0,-1 4 0,0 3 0,0 3 0,0 3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1T05:38:57.864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29444.78125"/>
      <inkml:brushProperty name="anchorY" value="-22474.18359"/>
      <inkml:brushProperty name="scaleFactor" value="0.5"/>
    </inkml:brush>
  </inkml:definitions>
  <inkml:trace contextRef="#ctx0" brushRef="#br0">11 0 24575,'-2'15'0,"-1"3"0,1 6 0,0 8 0,1 10 0,1 11 0,0 11 0,2 6 0,3 2 0,4-4 0,3-8 0,3-7 0,0-10 0,0-7 0,-2-8 0,1-7 0,0-5 0,0-4 0,4-1 0,3-3 0,4-1 0,7-2 0,5-3 0,7-3 0,6-2 0,0-4 0,-6-3 0,-11-2 0,-10 1 0,-8 0 0,-3 1 0,-3 1 0,-2-1 0,0-2 0,-1 0 0,-1 2 0,-1 4 0,-2 3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1T05:38:59.397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58026.625"/>
      <inkml:brushProperty name="anchorY" value="-27469.26563"/>
      <inkml:brushProperty name="scaleFactor" value="0.5"/>
    </inkml:brush>
  </inkml:definitions>
  <inkml:trace contextRef="#ctx0" brushRef="#br0">0 274 24575,'6'-24'0,"2"-2"0,4-7 0,6-5 0,7-3 0,4 2 0,0 7 0,-4 9 0,-5 11 0,-7 7 0,-6 4 0,-4 3 0,3 6 0,5 9 0,8 14 0,4 18 0,2 17 0,1 16 0,-3 8 0,-3 4 0,-2-4 0,-5-13 0,-2-18 0,-1-21 0,-2-17 0,1-10 0,5-8 0,8-3 0,11-4 0,7-6 0,2-7 0,-1-10 0,-2-20 0,-3-14 0,-6-10 0,-6-5 0,-10 11 0,-6 12 0,-3 15 0,-4 19 0,-1 11 0,2 5 0,5 0 0,9 0 0,12 1 0,15 2 0,12 6 0,8 4 0,-4 3 0,-14-3 0,-19-5 0,-15-5 0,-7-8 0,-3 4 0,0-3 0,-1 7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1T05:39:01.131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88301.21875"/>
      <inkml:brushProperty name="anchorY" value="-32191.28711"/>
      <inkml:brushProperty name="scaleFactor" value="0.5"/>
    </inkml:brush>
  </inkml:definitions>
  <inkml:trace contextRef="#ctx0" brushRef="#br0">551 33 24575,'-31'-2'0,"-6"0"0,-11 2 0,-6 0 0,0 4 0,0 3 0,3 5 0,5 6 0,7 6 0,5 6 0,3 10 0,3 6 0,6 8 0,8 2 0,7 0 0,6-1 0,6-4 0,8-3 0,8-7 0,8-8 0,6-9 0,4-10 0,1-10 0,1-8 0,1-13 0,1-19 0,-1-21 0,-6-23 0,-7-15 0,-12 3 0,-7 9 0,-6 22 0,-3 16 0,-1 15 0,0 12 0,1 8 0,0 6 0,1 2 0,0-3 0,1 1 0,-1 2 0,-1 6 0,0 15 0,0 18 0,1 18 0,4 16 0,4 4 0,3-3 0,3-7 0,2-13 0,1-13 0,3-7 0,3-7 0,5-1 0,4-2 0,1-3 0,4-2 0,4-1 0,1-4 0,2-4 0,-5-7 0,-5-7 0,-6-13 0,-8-16 0,-6-12 0,-8 16 0,-3 5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1T05:39:02.664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219549.23438"/>
      <inkml:brushProperty name="anchorY" value="-37392.73438"/>
      <inkml:brushProperty name="scaleFactor" value="0.5"/>
    </inkml:brush>
  </inkml:definitions>
  <inkml:trace contextRef="#ctx0" brushRef="#br0">65 12 24575,'8'-5'0,"5"1"0,9 2 0,10 4 0,11 8 0,7 11 0,2 9 0,-8 6 0,-14 1 0,-16-1 0,-15 3 0,-13 3 0,-12 6 0,-11 2 0,-10 2 0,-6 0 0,0-2 0,6-6 0,10-9 0,12-8 0,8-6 0,7-5 0,5 0 0,4-2 0,4 0 0,6 3 0,5 1 0,4 1 0,1 0 0,-4-5 0,-4-3 0,-6-6 0,-3-2 0,-1 0 0,1-1 0,0 1 0,0 0 0,-3-1 0,2-1 0,-3 1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1T05:39:03.297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251875.82813"/>
      <inkml:brushProperty name="anchorY" value="-42339.42188"/>
      <inkml:brushProperty name="scaleFactor" value="0.5"/>
    </inkml:brush>
  </inkml:definitions>
  <inkml:trace contextRef="#ctx0" brushRef="#br0">0 0 24575,'0'0'0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8F2EE49-6E62-89F2-CCFB-08A289C031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84C9757-BB36-C380-2225-8C33A452A6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04D3BB9-57C5-36DE-A53D-00B1D1C86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EC090-1727-644C-9698-9F1D51457EDF}" type="datetimeFigureOut">
              <a:rPr lang="fr-FR" smtClean="0"/>
              <a:t>02/02/2026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2D39D99-2FB1-FCD2-599F-20A1A985E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0CC5B89-9FA0-966A-C4A5-AA59D2400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C558E-3977-6142-96D8-CE6BA24E593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62930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D9AB5DA-33EE-B718-F25D-3BEC75FDC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6EA0B5A-2DAC-6BB1-C8F8-E84F85E53B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8A405E0-072A-1907-0769-88CF9F813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EC090-1727-644C-9698-9F1D51457EDF}" type="datetimeFigureOut">
              <a:rPr lang="fr-FR" smtClean="0"/>
              <a:t>02/02/2026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A3BA16C-1E5F-19C2-D13D-8A6591607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82234DA-7DA0-3DDF-84B5-F609C8976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C558E-3977-6142-96D8-CE6BA24E593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07069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508229E-0695-0694-BF2E-BE77D5BBF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6980A74-E0F4-D383-284E-52CDB8BA2D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ADCF6BE-3297-3AF6-718C-6DE134370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EC090-1727-644C-9698-9F1D51457EDF}" type="datetimeFigureOut">
              <a:rPr lang="fr-FR" smtClean="0"/>
              <a:t>02/02/2026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5B4B753-99BE-7E18-0DB2-22BFF3C8F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1C4B1AC-3021-20C5-2192-7C1AE4238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C558E-3977-6142-96D8-CE6BA24E593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44241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E110748-A6EF-E173-2A06-CC23EE0B9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272645B-6233-5245-6C53-9009B3D6C1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721C320-3CFB-2346-2AE0-3B4213202C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1430116-1D91-33E8-9817-F784F848D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EC090-1727-644C-9698-9F1D51457EDF}" type="datetimeFigureOut">
              <a:rPr lang="fr-FR" smtClean="0"/>
              <a:t>02/02/2026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0A9E478-21A6-DC94-0D65-65484D549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EE233B3-03DF-D9D6-7F2B-6AE1E2792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C558E-3977-6142-96D8-CE6BA24E593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780886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31E07F-D9AC-CF24-5712-6DF09B264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678BB80-1D05-89F8-287B-3CA33BC27E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7C0BC6F-A50D-72AC-A2FC-F107ACAC3B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4D64BFEA-C1DB-3BB3-66E5-A4CE424292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4441C6C-050D-9A81-72B5-4152FA1013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406269F9-5AB1-02C7-0AE9-2C8195F9C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EC090-1727-644C-9698-9F1D51457EDF}" type="datetimeFigureOut">
              <a:rPr lang="fr-FR" smtClean="0"/>
              <a:t>02/02/2026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E6C7DD42-B4AB-E321-9CAE-64EAC6CD4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5475A947-20FA-B96A-25BA-B54EA007B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C558E-3977-6142-96D8-CE6BA24E593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294879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C35C3BC-6BD0-9C02-B174-535D6D5C3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BB922F2-1323-45BD-525E-31D5C1F11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EC090-1727-644C-9698-9F1D51457EDF}" type="datetimeFigureOut">
              <a:rPr lang="fr-FR" smtClean="0"/>
              <a:t>02/02/2026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B122F00-E0B0-5734-660C-48F1E9948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94ACE08-BA79-B157-32FB-E21D2E93C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C558E-3977-6142-96D8-CE6BA24E593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025940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C7F6A89-BBA9-01E6-1933-11B471C1A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EC090-1727-644C-9698-9F1D51457EDF}" type="datetimeFigureOut">
              <a:rPr lang="fr-FR" smtClean="0"/>
              <a:t>02/02/2026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644E766-7A8F-32E3-181A-573CEFF1B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5BBE6D2-72E8-12C1-C5E1-323C54A51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C558E-3977-6142-96D8-CE6BA24E593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424686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CA43F2-8558-42A7-D5DF-DF2D05809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A6E858C-A9C4-C82F-E3AE-E96E771289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720F4EB-5DE8-89CA-4AA4-FA3B5C66FA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78A2670-204F-9AC8-0056-7829B3BBA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EC090-1727-644C-9698-9F1D51457EDF}" type="datetimeFigureOut">
              <a:rPr lang="fr-FR" smtClean="0"/>
              <a:t>02/02/2026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0949AB1-1E35-752B-1E27-46453E32A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2AC144C-5342-0E8C-454B-C0411318D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C558E-3977-6142-96D8-CE6BA24E593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258472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C8B5A6-EA8C-EDCE-9A5C-83A33989C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62984F0A-55F6-9532-3CBB-0137746BB3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7A45593-8CA1-D06D-EFB3-A01D0DEC0D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E138DE2-201C-78C4-1367-A7BFDC2A8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EC090-1727-644C-9698-9F1D51457EDF}" type="datetimeFigureOut">
              <a:rPr lang="fr-FR" smtClean="0"/>
              <a:t>02/02/2026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7DF793E-D5A2-B9BE-0B2C-8938A2F7C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20D52B0-347D-B4F0-F538-D4BFF106B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C558E-3977-6142-96D8-CE6BA24E593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703686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B56E23B-0F4F-3803-EB75-0766AFE02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CDF38A3-8779-3787-3BF0-E5545B2488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32DA46B-9CCF-E286-4A44-26D1D89CC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EC090-1727-644C-9698-9F1D51457EDF}" type="datetimeFigureOut">
              <a:rPr lang="fr-FR" smtClean="0"/>
              <a:t>02/02/2026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00883B3-B2D9-2C31-3E74-595F93604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6DBB276-74B7-21EB-64BF-3B63649BD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C558E-3977-6142-96D8-CE6BA24E593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41554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8F19C156-6C4B-8CB4-19F1-3E5892995D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A1E5502-4F92-8174-4CF7-0DF75BE3B5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25DA8CA-9736-8479-A7AE-014CF8D1A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EC090-1727-644C-9698-9F1D51457EDF}" type="datetimeFigureOut">
              <a:rPr lang="fr-FR" smtClean="0"/>
              <a:t>02/02/2026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3548E47-49A5-A429-1EE3-BB9254DFB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9456EB9-BD72-9F49-5FD7-5A4C66A27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C558E-3977-6142-96D8-CE6BA24E593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2307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A5F0E797-A4B9-A5F1-241A-2A5133FC8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AD04D6C-4CFD-0BBB-71C8-20D5962936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53836F8-9583-EE58-83BD-07B96339DC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1EC090-1727-644C-9698-9F1D51457EDF}" type="datetimeFigureOut">
              <a:rPr lang="fr-FR" smtClean="0"/>
              <a:t>02/02/2026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AFED859-09A7-18E8-F60B-F46CD692B4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A593993-39EB-990B-16A3-A14D9C76FF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1C558E-3977-6142-96D8-CE6BA24E593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3966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customXml" Target="../ink/ink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6.xml"/><Relationship Id="rId13" Type="http://schemas.openxmlformats.org/officeDocument/2006/relationships/image" Target="../media/image19.png"/><Relationship Id="rId18" Type="http://schemas.openxmlformats.org/officeDocument/2006/relationships/customXml" Target="../ink/ink11.xml"/><Relationship Id="rId3" Type="http://schemas.openxmlformats.org/officeDocument/2006/relationships/image" Target="../media/image14.png"/><Relationship Id="rId21" Type="http://schemas.openxmlformats.org/officeDocument/2006/relationships/image" Target="../media/image23.png"/><Relationship Id="rId7" Type="http://schemas.openxmlformats.org/officeDocument/2006/relationships/image" Target="../media/image16.png"/><Relationship Id="rId12" Type="http://schemas.openxmlformats.org/officeDocument/2006/relationships/customXml" Target="../ink/ink8.xml"/><Relationship Id="rId17" Type="http://schemas.openxmlformats.org/officeDocument/2006/relationships/image" Target="../media/image21.png"/><Relationship Id="rId2" Type="http://schemas.openxmlformats.org/officeDocument/2006/relationships/customXml" Target="../ink/ink3.xml"/><Relationship Id="rId16" Type="http://schemas.openxmlformats.org/officeDocument/2006/relationships/customXml" Target="../ink/ink10.xml"/><Relationship Id="rId20" Type="http://schemas.openxmlformats.org/officeDocument/2006/relationships/customXml" Target="../ink/ink1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.xml"/><Relationship Id="rId11" Type="http://schemas.openxmlformats.org/officeDocument/2006/relationships/image" Target="../media/image18.png"/><Relationship Id="rId5" Type="http://schemas.openxmlformats.org/officeDocument/2006/relationships/image" Target="../media/image15.png"/><Relationship Id="rId15" Type="http://schemas.openxmlformats.org/officeDocument/2006/relationships/image" Target="../media/image20.png"/><Relationship Id="rId10" Type="http://schemas.openxmlformats.org/officeDocument/2006/relationships/customXml" Target="../ink/ink7.xml"/><Relationship Id="rId19" Type="http://schemas.openxmlformats.org/officeDocument/2006/relationships/image" Target="../media/image22.png"/><Relationship Id="rId4" Type="http://schemas.openxmlformats.org/officeDocument/2006/relationships/customXml" Target="../ink/ink4.xml"/><Relationship Id="rId9" Type="http://schemas.openxmlformats.org/officeDocument/2006/relationships/image" Target="../media/image17.png"/><Relationship Id="rId14" Type="http://schemas.openxmlformats.org/officeDocument/2006/relationships/customXml" Target="../ink/ink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mailto:mfp@omu.ac.jp" TargetMode="External"/><Relationship Id="rId2" Type="http://schemas.openxmlformats.org/officeDocument/2006/relationships/hyperlink" Target="mailto:Alessandra.keller-gerber@unifr.ch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40347FF-0C8C-8C3B-6FE8-CB1544FEB3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PHOTO-TEXTE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B4EEFC1-D7DF-A1B7-74B4-613BC77CFD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3245" y="3848868"/>
            <a:ext cx="9144000" cy="2387600"/>
          </a:xfrm>
        </p:spPr>
        <p:txBody>
          <a:bodyPr>
            <a:normAutofit/>
          </a:bodyPr>
          <a:lstStyle/>
          <a:p>
            <a:pPr algn="l"/>
            <a:endParaRPr lang="fr-FR" dirty="0">
              <a:latin typeface="Cambria" panose="02040503050406030204" pitchFamily="18" charset="0"/>
            </a:endParaRPr>
          </a:p>
          <a:p>
            <a:pPr algn="l"/>
            <a:r>
              <a:rPr lang="fr-FR" dirty="0">
                <a:latin typeface="Cambria" panose="02040503050406030204" pitchFamily="18" charset="0"/>
              </a:rPr>
              <a:t>nom:</a:t>
            </a:r>
          </a:p>
          <a:p>
            <a:pPr algn="l"/>
            <a:endParaRPr lang="fr-FR" dirty="0">
              <a:latin typeface="Cambria" panose="02040503050406030204" pitchFamily="18" charset="0"/>
            </a:endParaRPr>
          </a:p>
          <a:p>
            <a:pPr algn="l"/>
            <a:r>
              <a:rPr lang="fr-FR" dirty="0">
                <a:latin typeface="Cambria" panose="02040503050406030204" pitchFamily="18" charset="0"/>
              </a:rPr>
              <a:t>je donne un titre à mon photo-texte</a:t>
            </a:r>
          </a:p>
          <a:p>
            <a:pPr algn="l"/>
            <a:endParaRPr lang="fr-FR" dirty="0"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48194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4C002A5-773D-27C0-E5BC-FE7AFEF3C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0131" y="91856"/>
            <a:ext cx="1936531" cy="854075"/>
          </a:xfrm>
        </p:spPr>
        <p:txBody>
          <a:bodyPr>
            <a:normAutofit/>
          </a:bodyPr>
          <a:lstStyle/>
          <a:p>
            <a:r>
              <a:rPr lang="fr-FR" sz="3200" dirty="0"/>
              <a:t>processus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99522EF-70F1-0A08-6559-6A33CE20B4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131" y="1380292"/>
            <a:ext cx="11753193" cy="4631625"/>
          </a:xfrm>
        </p:spPr>
        <p:txBody>
          <a:bodyPr>
            <a:normAutofit fontScale="92500"/>
          </a:bodyPr>
          <a:lstStyle/>
          <a:p>
            <a:r>
              <a:rPr lang="fr-FR" dirty="0">
                <a:latin typeface="Cambria" panose="02040503050406030204" pitchFamily="18" charset="0"/>
              </a:rPr>
              <a:t>étape 1 : j’écris  mon texte en français ; </a:t>
            </a:r>
            <a:r>
              <a:rPr lang="fr-FR" u="sng" dirty="0">
                <a:latin typeface="Cambria" panose="02040503050406030204" pitchFamily="18" charset="0"/>
              </a:rPr>
              <a:t>je note  ce texte en français dans le PPT</a:t>
            </a:r>
          </a:p>
          <a:p>
            <a:r>
              <a:rPr lang="fr-FR" dirty="0">
                <a:latin typeface="Cambria" panose="02040503050406030204" pitchFamily="18" charset="0"/>
              </a:rPr>
              <a:t>étape 2 :je traduis </a:t>
            </a:r>
            <a:r>
              <a:rPr lang="fr-FR" altLang="ja-JP" dirty="0">
                <a:latin typeface="Cambria" panose="02040503050406030204" pitchFamily="18" charset="0"/>
              </a:rPr>
              <a:t>mon texte en français en japonais avec Deep L, Chat GPT, Google translation, etc. ; </a:t>
            </a:r>
            <a:r>
              <a:rPr lang="fr-FR" altLang="ja-JP" u="sng" dirty="0">
                <a:latin typeface="Cambria" panose="02040503050406030204" pitchFamily="18" charset="0"/>
              </a:rPr>
              <a:t>je note le premier texte en japonais dans le PPT	</a:t>
            </a:r>
            <a:r>
              <a:rPr lang="fr-FR" dirty="0">
                <a:latin typeface="Cambria" panose="02040503050406030204" pitchFamily="18" charset="0"/>
              </a:rPr>
              <a:t>		</a:t>
            </a:r>
          </a:p>
          <a:p>
            <a:r>
              <a:rPr lang="fr-FR" dirty="0">
                <a:latin typeface="Cambria" panose="02040503050406030204" pitchFamily="18" charset="0"/>
              </a:rPr>
              <a:t>étape 3 : je relis le texte en japonais; </a:t>
            </a:r>
            <a:r>
              <a:rPr lang="fr-FR" altLang="ja-JP" dirty="0">
                <a:latin typeface="Cambria" panose="02040503050406030204" pitchFamily="18" charset="0"/>
              </a:rPr>
              <a:t>si c’est nécessaire,  </a:t>
            </a:r>
            <a:r>
              <a:rPr lang="fr-FR" dirty="0">
                <a:latin typeface="Cambria" panose="02040503050406030204" pitchFamily="18" charset="0"/>
              </a:rPr>
              <a:t>je le complète ; </a:t>
            </a:r>
            <a:r>
              <a:rPr lang="fr-FR" u="sng" dirty="0">
                <a:latin typeface="Cambria" panose="02040503050406030204" pitchFamily="18" charset="0"/>
              </a:rPr>
              <a:t>je  note le deuxième texte dans le PPT	</a:t>
            </a:r>
            <a:r>
              <a:rPr lang="fr-FR" dirty="0">
                <a:latin typeface="Cambria" panose="02040503050406030204" pitchFamily="18" charset="0"/>
              </a:rPr>
              <a:t>				</a:t>
            </a:r>
          </a:p>
          <a:p>
            <a:r>
              <a:rPr lang="fr-FR" dirty="0">
                <a:latin typeface="Cambria" panose="02040503050406030204" pitchFamily="18" charset="0"/>
              </a:rPr>
              <a:t>étape 4:  je traduis mon nouveau texte en japonais en français </a:t>
            </a:r>
            <a:r>
              <a:rPr lang="fr-FR" altLang="ja-JP" dirty="0">
                <a:latin typeface="Cambria" panose="02040503050406030204" pitchFamily="18" charset="0"/>
              </a:rPr>
              <a:t>avec Deep L, Chat GPT, Google translation, etc. ; </a:t>
            </a:r>
            <a:r>
              <a:rPr lang="fr-FR" altLang="ja-JP" u="sng" dirty="0">
                <a:latin typeface="Cambria" panose="02040503050406030204" pitchFamily="18" charset="0"/>
              </a:rPr>
              <a:t>je note le nouveau texte en français dans le PPT</a:t>
            </a:r>
            <a:endParaRPr lang="fr-FR" u="sng" dirty="0">
              <a:latin typeface="Cambria" panose="02040503050406030204" pitchFamily="18" charset="0"/>
            </a:endParaRPr>
          </a:p>
          <a:p>
            <a:r>
              <a:rPr lang="fr-FR" altLang="ja-JP" dirty="0">
                <a:latin typeface="Cambria" panose="02040503050406030204" pitchFamily="18" charset="0"/>
              </a:rPr>
              <a:t>étape 5 : </a:t>
            </a:r>
            <a:r>
              <a:rPr lang="fr-FR" dirty="0">
                <a:latin typeface="Cambria" panose="02040503050406030204" pitchFamily="18" charset="0"/>
              </a:rPr>
              <a:t> je compare les deux textes en français ; je note avec des couleurs les mots connus, les mots inconnus, la grammaire, etc. ; je fais la version finale de mon texte en français ; </a:t>
            </a:r>
            <a:r>
              <a:rPr lang="fr-FR" u="sng" dirty="0">
                <a:latin typeface="Cambria" panose="02040503050406030204" pitchFamily="18" charset="0"/>
              </a:rPr>
              <a:t>je note la version finale dans le PPT</a:t>
            </a:r>
          </a:p>
          <a:p>
            <a:endParaRPr lang="fr-FR" dirty="0">
              <a:latin typeface="Cambria" panose="02040503050406030204" pitchFamily="18" charset="0"/>
            </a:endParaRPr>
          </a:p>
          <a:p>
            <a:endParaRPr lang="fr-FR" dirty="0">
              <a:latin typeface="Cambria" panose="02040503050406030204" pitchFamily="18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159ABF5-DDFB-25DD-1778-F9B9F9805285}"/>
              </a:ext>
            </a:extLst>
          </p:cNvPr>
          <p:cNvSpPr txBox="1"/>
          <p:nvPr/>
        </p:nvSpPr>
        <p:spPr>
          <a:xfrm>
            <a:off x="3342291" y="233817"/>
            <a:ext cx="684223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ja-JP" sz="2800" dirty="0"/>
              <a:t>une photo = un </a:t>
            </a:r>
            <a:r>
              <a:rPr lang="fr-FR" altLang="ja-JP" sz="2800" dirty="0" err="1"/>
              <a:t>powerpoint</a:t>
            </a:r>
            <a:br>
              <a:rPr lang="fr-FR" altLang="ja-JP" sz="2800" dirty="0"/>
            </a:br>
            <a:r>
              <a:rPr lang="fr-FR" altLang="ja-JP" sz="2800" dirty="0"/>
              <a:t>une photo = 5 étapes PPT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C9F4642-1C17-4569-5215-F825F175B8F0}"/>
              </a:ext>
            </a:extLst>
          </p:cNvPr>
          <p:cNvSpPr txBox="1"/>
          <p:nvPr/>
        </p:nvSpPr>
        <p:spPr>
          <a:xfrm>
            <a:off x="7514896" y="6076946"/>
            <a:ext cx="42573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traduction en japonais, diapositive suivante</a:t>
            </a:r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652D63D9-5822-7AED-1A2C-A28B1B6F7E27}"/>
              </a:ext>
            </a:extLst>
          </p:cNvPr>
          <p:cNvGrpSpPr/>
          <p:nvPr/>
        </p:nvGrpSpPr>
        <p:grpSpPr>
          <a:xfrm>
            <a:off x="11193058" y="6519852"/>
            <a:ext cx="808200" cy="272880"/>
            <a:chOff x="11193058" y="6519852"/>
            <a:chExt cx="808200" cy="272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8" name="インク 7">
                  <a:extLst>
                    <a:ext uri="{FF2B5EF4-FFF2-40B4-BE49-F238E27FC236}">
                      <a16:creationId xmlns:a16="http://schemas.microsoft.com/office/drawing/2014/main" id="{71FBDCE0-BCC4-ADB7-1416-187B59993F67}"/>
                    </a:ext>
                  </a:extLst>
                </p14:cNvPr>
                <p14:cNvContentPartPr/>
                <p14:nvPr/>
              </p14:nvContentPartPr>
              <p14:xfrm>
                <a:off x="11193058" y="6519852"/>
                <a:ext cx="699120" cy="192960"/>
              </p14:xfrm>
            </p:contentPart>
          </mc:Choice>
          <mc:Fallback xmlns="">
            <p:pic>
              <p:nvPicPr>
                <p:cNvPr id="8" name="インク 7">
                  <a:extLst>
                    <a:ext uri="{FF2B5EF4-FFF2-40B4-BE49-F238E27FC236}">
                      <a16:creationId xmlns:a16="http://schemas.microsoft.com/office/drawing/2014/main" id="{71FBDCE0-BCC4-ADB7-1416-187B59993F67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1157058" y="6484212"/>
                  <a:ext cx="77076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9" name="インク 8">
                  <a:extLst>
                    <a:ext uri="{FF2B5EF4-FFF2-40B4-BE49-F238E27FC236}">
                      <a16:creationId xmlns:a16="http://schemas.microsoft.com/office/drawing/2014/main" id="{915C107E-D994-76EF-B993-2372F2F7C752}"/>
                    </a:ext>
                  </a:extLst>
                </p14:cNvPr>
                <p14:cNvContentPartPr/>
                <p14:nvPr/>
              </p14:nvContentPartPr>
              <p14:xfrm>
                <a:off x="11732698" y="6583212"/>
                <a:ext cx="268560" cy="209520"/>
              </p14:xfrm>
            </p:contentPart>
          </mc:Choice>
          <mc:Fallback xmlns="">
            <p:pic>
              <p:nvPicPr>
                <p:cNvPr id="9" name="インク 8">
                  <a:extLst>
                    <a:ext uri="{FF2B5EF4-FFF2-40B4-BE49-F238E27FC236}">
                      <a16:creationId xmlns:a16="http://schemas.microsoft.com/office/drawing/2014/main" id="{915C107E-D994-76EF-B993-2372F2F7C75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1697058" y="6547212"/>
                  <a:ext cx="340200" cy="2811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0428178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756D93-872D-7FA6-DC23-ACD8DD574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4" y="173718"/>
            <a:ext cx="6298324" cy="1325563"/>
          </a:xfrm>
        </p:spPr>
        <p:txBody>
          <a:bodyPr/>
          <a:lstStyle/>
          <a:p>
            <a:r>
              <a:rPr lang="fr-FR" dirty="0"/>
              <a:t>mfp  traduit avec </a:t>
            </a:r>
            <a:r>
              <a:rPr lang="fr-FR" dirty="0" err="1"/>
              <a:t>ChatGPT</a:t>
            </a:r>
            <a:endParaRPr lang="fr-FR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6317054-677D-E16A-A310-26AEBD55B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4724" y="1688991"/>
            <a:ext cx="11206656" cy="4351338"/>
          </a:xfrm>
        </p:spPr>
        <p:txBody>
          <a:bodyPr>
            <a:normAutofit fontScale="92500" lnSpcReduction="20000"/>
          </a:bodyPr>
          <a:lstStyle/>
          <a:p>
            <a:r>
              <a:rPr lang="ja-JP" altLang="en-US" b="0" i="0" u="none" strike="noStrike">
                <a:solidFill>
                  <a:srgbClr val="000000"/>
                </a:solidFill>
                <a:effectLst/>
                <a:latin typeface="-webkit-standard"/>
              </a:rPr>
              <a:t>ステップ </a:t>
            </a:r>
            <a:r>
              <a:rPr lang="en-US" altLang="ja-JP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1</a:t>
            </a:r>
            <a:r>
              <a:rPr lang="ja-JP" altLang="en-US" b="0" i="0" u="none" strike="noStrike">
                <a:solidFill>
                  <a:srgbClr val="000000"/>
                </a:solidFill>
                <a:effectLst/>
                <a:latin typeface="-webkit-standard"/>
              </a:rPr>
              <a:t>：フランス語でテキストを書きます。フランス語のテキストを</a:t>
            </a:r>
            <a:r>
              <a:rPr lang="fr-FR" altLang="ja-JP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PPT</a:t>
            </a:r>
            <a:r>
              <a:rPr lang="ja-JP" altLang="en-US" b="0" i="0" u="none" strike="noStrike">
                <a:solidFill>
                  <a:srgbClr val="000000"/>
                </a:solidFill>
                <a:effectLst/>
                <a:latin typeface="-webkit-standard"/>
              </a:rPr>
              <a:t>に記録します。</a:t>
            </a:r>
            <a:endParaRPr lang="en-US" altLang="ja-JP" b="0" i="0" u="none" strike="noStrike" dirty="0">
              <a:solidFill>
                <a:srgbClr val="000000"/>
              </a:solidFill>
              <a:effectLst/>
              <a:latin typeface="-webkit-standard"/>
            </a:endParaRPr>
          </a:p>
          <a:p>
            <a:r>
              <a:rPr lang="ja-JP" altLang="en-US" b="0" i="0" u="none" strike="noStrike">
                <a:solidFill>
                  <a:srgbClr val="000000"/>
                </a:solidFill>
                <a:effectLst/>
                <a:latin typeface="-webkit-standard"/>
              </a:rPr>
              <a:t> ステップ </a:t>
            </a:r>
            <a:r>
              <a:rPr lang="en-US" altLang="ja-JP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2</a:t>
            </a:r>
            <a:r>
              <a:rPr lang="ja-JP" altLang="en-US" b="0" i="0" u="none" strike="noStrike">
                <a:solidFill>
                  <a:srgbClr val="000000"/>
                </a:solidFill>
                <a:effectLst/>
                <a:latin typeface="-webkit-standard"/>
              </a:rPr>
              <a:t>：フランス語のテキストを</a:t>
            </a:r>
            <a:r>
              <a:rPr lang="fr-FR" altLang="ja-JP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DeepL</a:t>
            </a:r>
            <a:r>
              <a:rPr lang="ja-JP" altLang="fr-FR" b="0" i="0" u="none" strike="noStrike">
                <a:solidFill>
                  <a:srgbClr val="000000"/>
                </a:solidFill>
                <a:effectLst/>
                <a:latin typeface="-webkit-standard"/>
              </a:rPr>
              <a:t>、</a:t>
            </a:r>
            <a:r>
              <a:rPr lang="fr-FR" altLang="ja-JP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ChatGPT</a:t>
            </a:r>
            <a:r>
              <a:rPr lang="ja-JP" altLang="fr-FR" b="0" i="0" u="none" strike="noStrike">
                <a:solidFill>
                  <a:srgbClr val="000000"/>
                </a:solidFill>
                <a:effectLst/>
                <a:latin typeface="-webkit-standard"/>
              </a:rPr>
              <a:t>、</a:t>
            </a:r>
            <a:r>
              <a:rPr lang="fr-FR" altLang="ja-JP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Google</a:t>
            </a:r>
            <a:r>
              <a:rPr lang="ja-JP" altLang="en-US" b="0" i="0" u="none" strike="noStrike">
                <a:solidFill>
                  <a:srgbClr val="000000"/>
                </a:solidFill>
                <a:effectLst/>
                <a:latin typeface="-webkit-standard"/>
              </a:rPr>
              <a:t>翻訳などを使って日本語に翻訳します。最初の日本語のテキストを</a:t>
            </a:r>
            <a:r>
              <a:rPr lang="fr-FR" altLang="ja-JP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PPT</a:t>
            </a:r>
            <a:r>
              <a:rPr lang="ja-JP" altLang="en-US" b="0" i="0" u="none" strike="noStrike">
                <a:solidFill>
                  <a:srgbClr val="000000"/>
                </a:solidFill>
                <a:effectLst/>
                <a:latin typeface="-webkit-standard"/>
              </a:rPr>
              <a:t>に記録します。 </a:t>
            </a:r>
            <a:endParaRPr lang="en-US" altLang="ja-JP" b="0" i="0" u="none" strike="noStrike" dirty="0">
              <a:solidFill>
                <a:srgbClr val="000000"/>
              </a:solidFill>
              <a:effectLst/>
              <a:latin typeface="-webkit-standard"/>
            </a:endParaRPr>
          </a:p>
          <a:p>
            <a:r>
              <a:rPr lang="ja-JP" altLang="en-US" b="0" i="0" u="none" strike="noStrike">
                <a:solidFill>
                  <a:srgbClr val="000000"/>
                </a:solidFill>
                <a:effectLst/>
                <a:latin typeface="-webkit-standard"/>
              </a:rPr>
              <a:t>ステップ </a:t>
            </a:r>
            <a:r>
              <a:rPr lang="en-US" altLang="ja-JP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3</a:t>
            </a:r>
            <a:r>
              <a:rPr lang="ja-JP" altLang="en-US" b="0" i="0" u="none" strike="noStrike">
                <a:solidFill>
                  <a:srgbClr val="000000"/>
                </a:solidFill>
                <a:effectLst/>
                <a:latin typeface="-webkit-standard"/>
              </a:rPr>
              <a:t>：日本語のテキストを見直し、必要に応じて修正します。</a:t>
            </a:r>
            <a:r>
              <a:rPr lang="en-US" altLang="ja-JP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2</a:t>
            </a:r>
            <a:r>
              <a:rPr lang="ja-JP" altLang="en-US" b="0" i="0" u="none" strike="noStrike">
                <a:solidFill>
                  <a:srgbClr val="000000"/>
                </a:solidFill>
                <a:effectLst/>
                <a:latin typeface="-webkit-standard"/>
              </a:rPr>
              <a:t>回目の日本語のテキストを</a:t>
            </a:r>
            <a:r>
              <a:rPr lang="fr-FR" altLang="ja-JP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PPT</a:t>
            </a:r>
            <a:r>
              <a:rPr lang="ja-JP" altLang="en-US" b="0" i="0" u="none" strike="noStrike">
                <a:solidFill>
                  <a:srgbClr val="000000"/>
                </a:solidFill>
                <a:effectLst/>
                <a:latin typeface="-webkit-standard"/>
              </a:rPr>
              <a:t>に記録します。 </a:t>
            </a:r>
            <a:endParaRPr lang="en-US" altLang="ja-JP" b="0" i="0" u="none" strike="noStrike" dirty="0">
              <a:solidFill>
                <a:srgbClr val="000000"/>
              </a:solidFill>
              <a:effectLst/>
              <a:latin typeface="-webkit-standard"/>
            </a:endParaRPr>
          </a:p>
          <a:p>
            <a:r>
              <a:rPr lang="ja-JP" altLang="en-US" b="0" i="0" u="none" strike="noStrike">
                <a:solidFill>
                  <a:srgbClr val="000000"/>
                </a:solidFill>
                <a:effectLst/>
                <a:latin typeface="-webkit-standard"/>
              </a:rPr>
              <a:t>ステップ </a:t>
            </a:r>
            <a:r>
              <a:rPr lang="en-US" altLang="ja-JP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4</a:t>
            </a:r>
            <a:r>
              <a:rPr lang="ja-JP" altLang="en-US" b="0" i="0" u="none" strike="noStrike">
                <a:solidFill>
                  <a:srgbClr val="000000"/>
                </a:solidFill>
                <a:effectLst/>
                <a:latin typeface="-webkit-standard"/>
              </a:rPr>
              <a:t>：新しい日本語のテキストを</a:t>
            </a:r>
            <a:r>
              <a:rPr lang="fr-FR" altLang="ja-JP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DeepL</a:t>
            </a:r>
            <a:r>
              <a:rPr lang="ja-JP" altLang="fr-FR" b="0" i="0" u="none" strike="noStrike">
                <a:solidFill>
                  <a:srgbClr val="000000"/>
                </a:solidFill>
                <a:effectLst/>
                <a:latin typeface="-webkit-standard"/>
              </a:rPr>
              <a:t>、</a:t>
            </a:r>
            <a:r>
              <a:rPr lang="fr-FR" altLang="ja-JP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ChatGPT</a:t>
            </a:r>
            <a:r>
              <a:rPr lang="ja-JP" altLang="fr-FR" b="0" i="0" u="none" strike="noStrike">
                <a:solidFill>
                  <a:srgbClr val="000000"/>
                </a:solidFill>
                <a:effectLst/>
                <a:latin typeface="-webkit-standard"/>
              </a:rPr>
              <a:t>、</a:t>
            </a:r>
            <a:r>
              <a:rPr lang="fr-FR" altLang="ja-JP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Google</a:t>
            </a:r>
            <a:r>
              <a:rPr lang="ja-JP" altLang="en-US" b="0" i="0" u="none" strike="noStrike">
                <a:solidFill>
                  <a:srgbClr val="000000"/>
                </a:solidFill>
                <a:effectLst/>
                <a:latin typeface="-webkit-standard"/>
              </a:rPr>
              <a:t>翻訳などを使ってフランス語に翻訳します。新しいフランス語のテキストを</a:t>
            </a:r>
            <a:r>
              <a:rPr lang="fr-FR" altLang="ja-JP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PPT</a:t>
            </a:r>
            <a:r>
              <a:rPr lang="ja-JP" altLang="en-US" b="0" i="0" u="none" strike="noStrike">
                <a:solidFill>
                  <a:srgbClr val="000000"/>
                </a:solidFill>
                <a:effectLst/>
                <a:latin typeface="-webkit-standard"/>
              </a:rPr>
              <a:t>に記録します。</a:t>
            </a:r>
            <a:endParaRPr lang="en-US" altLang="ja-JP" b="0" i="0" u="none" strike="noStrike" dirty="0">
              <a:solidFill>
                <a:srgbClr val="000000"/>
              </a:solidFill>
              <a:effectLst/>
              <a:latin typeface="-webkit-standard"/>
            </a:endParaRPr>
          </a:p>
          <a:p>
            <a:r>
              <a:rPr lang="ja-JP" altLang="en-US" b="0" i="0" u="none" strike="noStrike">
                <a:solidFill>
                  <a:srgbClr val="000000"/>
                </a:solidFill>
                <a:effectLst/>
                <a:latin typeface="-webkit-standard"/>
              </a:rPr>
              <a:t> ステップ </a:t>
            </a:r>
            <a:r>
              <a:rPr lang="en-US" altLang="ja-JP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5</a:t>
            </a:r>
            <a:r>
              <a:rPr lang="ja-JP" altLang="en-US" b="0" i="0" u="none" strike="noStrike">
                <a:solidFill>
                  <a:srgbClr val="000000"/>
                </a:solidFill>
                <a:effectLst/>
                <a:latin typeface="-webkit-standard"/>
              </a:rPr>
              <a:t>：</a:t>
            </a:r>
            <a:r>
              <a:rPr lang="en-US" altLang="ja-JP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2</a:t>
            </a:r>
            <a:r>
              <a:rPr lang="ja-JP" altLang="en-US" b="0" i="0" u="none" strike="noStrike">
                <a:solidFill>
                  <a:srgbClr val="000000"/>
                </a:solidFill>
                <a:effectLst/>
                <a:latin typeface="-webkit-standard"/>
              </a:rPr>
              <a:t>つのフランス語のテキストを比較します。既知の単語、不明な単語、文法などを色分けします。フランス語の最終版を作成し、</a:t>
            </a:r>
            <a:r>
              <a:rPr lang="fr-FR" altLang="ja-JP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PPT</a:t>
            </a:r>
            <a:r>
              <a:rPr lang="ja-JP" altLang="en-US" b="0" i="0" u="none" strike="noStrike">
                <a:solidFill>
                  <a:srgbClr val="000000"/>
                </a:solidFill>
                <a:effectLst/>
                <a:latin typeface="-webkit-standard"/>
              </a:rPr>
              <a:t>に記録します。</a:t>
            </a:r>
            <a:endParaRPr lang="fr-FR" dirty="0"/>
          </a:p>
        </p:txBody>
      </p:sp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46253421-7188-7748-CC70-B484FD43B530}"/>
              </a:ext>
            </a:extLst>
          </p:cNvPr>
          <p:cNvGrpSpPr/>
          <p:nvPr/>
        </p:nvGrpSpPr>
        <p:grpSpPr>
          <a:xfrm>
            <a:off x="6680098" y="680652"/>
            <a:ext cx="1016640" cy="628920"/>
            <a:chOff x="6680098" y="680652"/>
            <a:chExt cx="1016640" cy="62892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">
              <p14:nvContentPartPr>
                <p14:cNvPr id="4" name="インク 3">
                  <a:extLst>
                    <a:ext uri="{FF2B5EF4-FFF2-40B4-BE49-F238E27FC236}">
                      <a16:creationId xmlns:a16="http://schemas.microsoft.com/office/drawing/2014/main" id="{F32F1DEB-363F-92BD-4402-95967BD7654E}"/>
                    </a:ext>
                  </a:extLst>
                </p14:cNvPr>
                <p14:cNvContentPartPr/>
                <p14:nvPr/>
              </p14:nvContentPartPr>
              <p14:xfrm>
                <a:off x="6680098" y="680652"/>
                <a:ext cx="817200" cy="547560"/>
              </p14:xfrm>
            </p:contentPart>
          </mc:Choice>
          <mc:Fallback xmlns="">
            <p:pic>
              <p:nvPicPr>
                <p:cNvPr id="4" name="インク 3">
                  <a:extLst>
                    <a:ext uri="{FF2B5EF4-FFF2-40B4-BE49-F238E27FC236}">
                      <a16:creationId xmlns:a16="http://schemas.microsoft.com/office/drawing/2014/main" id="{F32F1DEB-363F-92BD-4402-95967BD7654E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671098" y="671652"/>
                  <a:ext cx="834840" cy="56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4">
              <p14:nvContentPartPr>
                <p14:cNvPr id="5" name="インク 4">
                  <a:extLst>
                    <a:ext uri="{FF2B5EF4-FFF2-40B4-BE49-F238E27FC236}">
                      <a16:creationId xmlns:a16="http://schemas.microsoft.com/office/drawing/2014/main" id="{862C32B1-86EB-0B7E-3621-3ED2E5607060}"/>
                    </a:ext>
                  </a:extLst>
                </p14:cNvPr>
                <p14:cNvContentPartPr/>
                <p14:nvPr/>
              </p14:nvContentPartPr>
              <p14:xfrm>
                <a:off x="7305058" y="1152612"/>
                <a:ext cx="391680" cy="156960"/>
              </p14:xfrm>
            </p:contentPart>
          </mc:Choice>
          <mc:Fallback xmlns="">
            <p:pic>
              <p:nvPicPr>
                <p:cNvPr id="5" name="インク 4">
                  <a:extLst>
                    <a:ext uri="{FF2B5EF4-FFF2-40B4-BE49-F238E27FC236}">
                      <a16:creationId xmlns:a16="http://schemas.microsoft.com/office/drawing/2014/main" id="{862C32B1-86EB-0B7E-3621-3ED2E560706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296058" y="1143612"/>
                  <a:ext cx="409320" cy="174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A2536149-1DB8-11D6-511C-E11A39D7605E}"/>
              </a:ext>
            </a:extLst>
          </p:cNvPr>
          <p:cNvGrpSpPr/>
          <p:nvPr/>
        </p:nvGrpSpPr>
        <p:grpSpPr>
          <a:xfrm>
            <a:off x="8109658" y="804132"/>
            <a:ext cx="1705320" cy="453240"/>
            <a:chOff x="8109658" y="804132"/>
            <a:chExt cx="1705320" cy="45324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6">
              <p14:nvContentPartPr>
                <p14:cNvPr id="6" name="インク 5">
                  <a:extLst>
                    <a:ext uri="{FF2B5EF4-FFF2-40B4-BE49-F238E27FC236}">
                      <a16:creationId xmlns:a16="http://schemas.microsoft.com/office/drawing/2014/main" id="{B1602489-6385-6B6B-22DB-774C29B9253C}"/>
                    </a:ext>
                  </a:extLst>
                </p14:cNvPr>
                <p14:cNvContentPartPr/>
                <p14:nvPr/>
              </p14:nvContentPartPr>
              <p14:xfrm>
                <a:off x="8109658" y="804132"/>
                <a:ext cx="330840" cy="281880"/>
              </p14:xfrm>
            </p:contentPart>
          </mc:Choice>
          <mc:Fallback xmlns="">
            <p:pic>
              <p:nvPicPr>
                <p:cNvPr id="6" name="インク 5">
                  <a:extLst>
                    <a:ext uri="{FF2B5EF4-FFF2-40B4-BE49-F238E27FC236}">
                      <a16:creationId xmlns:a16="http://schemas.microsoft.com/office/drawing/2014/main" id="{B1602489-6385-6B6B-22DB-774C29B9253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101018" y="795492"/>
                  <a:ext cx="34848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8">
              <p14:nvContentPartPr>
                <p14:cNvPr id="7" name="インク 6">
                  <a:extLst>
                    <a:ext uri="{FF2B5EF4-FFF2-40B4-BE49-F238E27FC236}">
                      <a16:creationId xmlns:a16="http://schemas.microsoft.com/office/drawing/2014/main" id="{FB3E83AF-2790-FE13-D553-48EF0D74EFEB}"/>
                    </a:ext>
                  </a:extLst>
                </p14:cNvPr>
                <p14:cNvContentPartPr/>
                <p14:nvPr/>
              </p14:nvContentPartPr>
              <p14:xfrm>
                <a:off x="8111098" y="1075572"/>
                <a:ext cx="109080" cy="181800"/>
              </p14:xfrm>
            </p:contentPart>
          </mc:Choice>
          <mc:Fallback xmlns="">
            <p:pic>
              <p:nvPicPr>
                <p:cNvPr id="7" name="インク 6">
                  <a:extLst>
                    <a:ext uri="{FF2B5EF4-FFF2-40B4-BE49-F238E27FC236}">
                      <a16:creationId xmlns:a16="http://schemas.microsoft.com/office/drawing/2014/main" id="{FB3E83AF-2790-FE13-D553-48EF0D74EFE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102098" y="1066932"/>
                  <a:ext cx="12672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0">
              <p14:nvContentPartPr>
                <p14:cNvPr id="8" name="インク 7">
                  <a:extLst>
                    <a:ext uri="{FF2B5EF4-FFF2-40B4-BE49-F238E27FC236}">
                      <a16:creationId xmlns:a16="http://schemas.microsoft.com/office/drawing/2014/main" id="{81B120BA-2B40-5545-F13F-17CADA52C8BE}"/>
                    </a:ext>
                  </a:extLst>
                </p14:cNvPr>
                <p14:cNvContentPartPr/>
                <p14:nvPr/>
              </p14:nvContentPartPr>
              <p14:xfrm>
                <a:off x="8454898" y="865332"/>
                <a:ext cx="199440" cy="261720"/>
              </p14:xfrm>
            </p:contentPart>
          </mc:Choice>
          <mc:Fallback xmlns="">
            <p:pic>
              <p:nvPicPr>
                <p:cNvPr id="8" name="インク 7">
                  <a:extLst>
                    <a:ext uri="{FF2B5EF4-FFF2-40B4-BE49-F238E27FC236}">
                      <a16:creationId xmlns:a16="http://schemas.microsoft.com/office/drawing/2014/main" id="{81B120BA-2B40-5545-F13F-17CADA52C8B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445898" y="856332"/>
                  <a:ext cx="21708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2">
              <p14:nvContentPartPr>
                <p14:cNvPr id="9" name="インク 8">
                  <a:extLst>
                    <a:ext uri="{FF2B5EF4-FFF2-40B4-BE49-F238E27FC236}">
                      <a16:creationId xmlns:a16="http://schemas.microsoft.com/office/drawing/2014/main" id="{B3BAA32E-0184-0E9D-A9B0-3AF9544E1350}"/>
                    </a:ext>
                  </a:extLst>
                </p14:cNvPr>
                <p14:cNvContentPartPr/>
                <p14:nvPr/>
              </p14:nvContentPartPr>
              <p14:xfrm>
                <a:off x="8648578" y="881892"/>
                <a:ext cx="206280" cy="273960"/>
              </p14:xfrm>
            </p:contentPart>
          </mc:Choice>
          <mc:Fallback xmlns="">
            <p:pic>
              <p:nvPicPr>
                <p:cNvPr id="9" name="インク 8">
                  <a:extLst>
                    <a:ext uri="{FF2B5EF4-FFF2-40B4-BE49-F238E27FC236}">
                      <a16:creationId xmlns:a16="http://schemas.microsoft.com/office/drawing/2014/main" id="{B3BAA32E-0184-0E9D-A9B0-3AF9544E135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639938" y="872892"/>
                  <a:ext cx="22392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4">
              <p14:nvContentPartPr>
                <p14:cNvPr id="10" name="インク 9">
                  <a:extLst>
                    <a:ext uri="{FF2B5EF4-FFF2-40B4-BE49-F238E27FC236}">
                      <a16:creationId xmlns:a16="http://schemas.microsoft.com/office/drawing/2014/main" id="{56DD7D6F-04F1-4C55-DB14-9E67D3AE1F67}"/>
                    </a:ext>
                  </a:extLst>
                </p14:cNvPr>
                <p14:cNvContentPartPr/>
                <p14:nvPr/>
              </p14:nvContentPartPr>
              <p14:xfrm>
                <a:off x="9058618" y="919332"/>
                <a:ext cx="406080" cy="266040"/>
              </p14:xfrm>
            </p:contentPart>
          </mc:Choice>
          <mc:Fallback xmlns="">
            <p:pic>
              <p:nvPicPr>
                <p:cNvPr id="10" name="インク 9">
                  <a:extLst>
                    <a:ext uri="{FF2B5EF4-FFF2-40B4-BE49-F238E27FC236}">
                      <a16:creationId xmlns:a16="http://schemas.microsoft.com/office/drawing/2014/main" id="{56DD7D6F-04F1-4C55-DB14-9E67D3AE1F6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049618" y="910332"/>
                  <a:ext cx="42372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6">
              <p14:nvContentPartPr>
                <p14:cNvPr id="11" name="インク 10">
                  <a:extLst>
                    <a:ext uri="{FF2B5EF4-FFF2-40B4-BE49-F238E27FC236}">
                      <a16:creationId xmlns:a16="http://schemas.microsoft.com/office/drawing/2014/main" id="{CCE902D4-6B44-499B-31D6-6B5ED3A7E835}"/>
                    </a:ext>
                  </a:extLst>
                </p14:cNvPr>
                <p14:cNvContentPartPr/>
                <p14:nvPr/>
              </p14:nvContentPartPr>
              <p14:xfrm>
                <a:off x="9447058" y="1003212"/>
                <a:ext cx="367920" cy="240120"/>
              </p14:xfrm>
            </p:contentPart>
          </mc:Choice>
          <mc:Fallback xmlns="">
            <p:pic>
              <p:nvPicPr>
                <p:cNvPr id="11" name="インク 10">
                  <a:extLst>
                    <a:ext uri="{FF2B5EF4-FFF2-40B4-BE49-F238E27FC236}">
                      <a16:creationId xmlns:a16="http://schemas.microsoft.com/office/drawing/2014/main" id="{CCE902D4-6B44-499B-31D6-6B5ED3A7E83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438058" y="994572"/>
                  <a:ext cx="385560" cy="257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8">
            <p14:nvContentPartPr>
              <p14:cNvPr id="12" name="インク 11">
                <a:extLst>
                  <a:ext uri="{FF2B5EF4-FFF2-40B4-BE49-F238E27FC236}">
                    <a16:creationId xmlns:a16="http://schemas.microsoft.com/office/drawing/2014/main" id="{C983B443-BBEC-D234-DB69-48AB79274B1B}"/>
                  </a:ext>
                </a:extLst>
              </p14:cNvPr>
              <p14:cNvContentPartPr/>
              <p14:nvPr/>
            </p14:nvContentPartPr>
            <p14:xfrm>
              <a:off x="10166698" y="799092"/>
              <a:ext cx="134640" cy="293400"/>
            </p14:xfrm>
          </p:contentPart>
        </mc:Choice>
        <mc:Fallback xmlns="">
          <p:pic>
            <p:nvPicPr>
              <p:cNvPr id="12" name="インク 11">
                <a:extLst>
                  <a:ext uri="{FF2B5EF4-FFF2-40B4-BE49-F238E27FC236}">
                    <a16:creationId xmlns:a16="http://schemas.microsoft.com/office/drawing/2014/main" id="{C983B443-BBEC-D234-DB69-48AB79274B1B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0157698" y="790452"/>
                <a:ext cx="152280" cy="31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0">
            <p14:nvContentPartPr>
              <p14:cNvPr id="13" name="インク 12">
                <a:extLst>
                  <a:ext uri="{FF2B5EF4-FFF2-40B4-BE49-F238E27FC236}">
                    <a16:creationId xmlns:a16="http://schemas.microsoft.com/office/drawing/2014/main" id="{D8396456-4A30-ADCF-A74F-83A18EB852CF}"/>
                  </a:ext>
                </a:extLst>
              </p14:cNvPr>
              <p14:cNvContentPartPr/>
              <p14:nvPr/>
            </p14:nvContentPartPr>
            <p14:xfrm>
              <a:off x="10210978" y="1270692"/>
              <a:ext cx="360" cy="360"/>
            </p14:xfrm>
          </p:contentPart>
        </mc:Choice>
        <mc:Fallback xmlns="">
          <p:pic>
            <p:nvPicPr>
              <p:cNvPr id="13" name="インク 12">
                <a:extLst>
                  <a:ext uri="{FF2B5EF4-FFF2-40B4-BE49-F238E27FC236}">
                    <a16:creationId xmlns:a16="http://schemas.microsoft.com/office/drawing/2014/main" id="{D8396456-4A30-ADCF-A74F-83A18EB852CF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0201978" y="1261692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003714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2407C9A-7F23-1A5C-7577-9ACE55C21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6"/>
            <a:ext cx="8589579" cy="591316"/>
          </a:xfrm>
        </p:spPr>
        <p:txBody>
          <a:bodyPr anchor="t">
            <a:normAutofit fontScale="90000"/>
          </a:bodyPr>
          <a:lstStyle/>
          <a:p>
            <a:r>
              <a:rPr lang="fr-FR" dirty="0"/>
              <a:t>1. </a:t>
            </a:r>
            <a:r>
              <a:rPr lang="fr-FR" sz="3600" dirty="0"/>
              <a:t>Ma photo et quelques mots en français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6F6EF64-AF2E-D9B9-FEE7-76078EBE3C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2626" y="953267"/>
            <a:ext cx="5181600" cy="4351338"/>
          </a:xfrm>
          <a:ln>
            <a:solidFill>
              <a:schemeClr val="tx1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fr-FR" dirty="0"/>
              <a:t>Je colle ma photo ici</a:t>
            </a:r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41B22035-19D6-D826-25F9-C104F4F014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3040" y="1541408"/>
            <a:ext cx="5181600" cy="4351338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4A8C9797-11A4-8D08-2550-279C49970B35}"/>
              </a:ext>
            </a:extLst>
          </p:cNvPr>
          <p:cNvSpPr txBox="1"/>
          <p:nvPr/>
        </p:nvSpPr>
        <p:spPr>
          <a:xfrm>
            <a:off x="6096000" y="992133"/>
            <a:ext cx="5076093" cy="427809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2800" dirty="0"/>
              <a:t>J’écris quelques mots / un texte en français ici</a:t>
            </a:r>
            <a:r>
              <a:rPr lang="fr-FR" dirty="0"/>
              <a:t> 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1696A29-B95E-6689-76AD-20A53D389662}"/>
              </a:ext>
            </a:extLst>
          </p:cNvPr>
          <p:cNvSpPr txBox="1"/>
          <p:nvPr/>
        </p:nvSpPr>
        <p:spPr>
          <a:xfrm>
            <a:off x="4624552" y="230188"/>
            <a:ext cx="11496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ja-JP" sz="2400" dirty="0">
                <a:latin typeface="Cambria" panose="02040503050406030204" pitchFamily="18" charset="0"/>
              </a:rPr>
              <a:t>étape 1</a:t>
            </a:r>
            <a:endParaRPr lang="fr-FR" sz="2400" dirty="0"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0427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07FF521-EF79-DFDB-E0DA-1839F85ED4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89949"/>
            <a:ext cx="10515600" cy="5295844"/>
          </a:xfrm>
        </p:spPr>
        <p:txBody>
          <a:bodyPr/>
          <a:lstStyle/>
          <a:p>
            <a:pPr marL="0" indent="0">
              <a:buNone/>
            </a:pPr>
            <a:r>
              <a:rPr lang="fr-FR" dirty="0"/>
              <a:t>Je traduis mon texte français en japonais avec Deep L, Chat GPT, Google translation, etc.</a:t>
            </a:r>
          </a:p>
          <a:p>
            <a:pPr marL="0" indent="0">
              <a:buNone/>
            </a:pPr>
            <a:r>
              <a:rPr lang="fr-FR" dirty="0"/>
              <a:t>Je copie le texte en japonais. 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1781794-E07A-7693-C918-E99D71CE8364}"/>
              </a:ext>
            </a:extLst>
          </p:cNvPr>
          <p:cNvSpPr txBox="1"/>
          <p:nvPr/>
        </p:nvSpPr>
        <p:spPr>
          <a:xfrm>
            <a:off x="4624552" y="230188"/>
            <a:ext cx="23326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ja-JP" sz="2400" dirty="0">
                <a:latin typeface="Cambria" panose="02040503050406030204" pitchFamily="18" charset="0"/>
              </a:rPr>
              <a:t>étape 2/ étape 3</a:t>
            </a:r>
            <a:endParaRPr lang="fr-FR" sz="2400" dirty="0"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05253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2407C9A-7F23-1A5C-7577-9ACE55C21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345" y="527694"/>
            <a:ext cx="9264869" cy="575037"/>
          </a:xfrm>
        </p:spPr>
        <p:txBody>
          <a:bodyPr anchor="t">
            <a:normAutofit fontScale="90000"/>
          </a:bodyPr>
          <a:lstStyle/>
          <a:p>
            <a:r>
              <a:rPr lang="fr-FR" sz="3600" dirty="0"/>
              <a:t>2. Ma photo et je travaille mon texte en japonais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6F6EF64-AF2E-D9B9-FEE7-76078EBE3C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1868" y="966249"/>
            <a:ext cx="5181600" cy="4351338"/>
          </a:xfrm>
          <a:ln>
            <a:solidFill>
              <a:schemeClr val="tx1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fr-FR" dirty="0"/>
              <a:t>Je colle ma photo ici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DB12A4F-BAC9-9787-6A87-93126B1E45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5669" y="1427841"/>
            <a:ext cx="5181600" cy="4351338"/>
          </a:xfrm>
        </p:spPr>
        <p:txBody>
          <a:bodyPr/>
          <a:lstStyle/>
          <a:p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4A8C9797-11A4-8D08-2550-279C49970B35}"/>
              </a:ext>
            </a:extLst>
          </p:cNvPr>
          <p:cNvSpPr txBox="1"/>
          <p:nvPr/>
        </p:nvSpPr>
        <p:spPr>
          <a:xfrm>
            <a:off x="5785945" y="981469"/>
            <a:ext cx="5980386" cy="28931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2800" dirty="0"/>
              <a:t>Je colle mon texte </a:t>
            </a:r>
            <a:r>
              <a:rPr lang="fr-FR" sz="2800" dirty="0" err="1"/>
              <a:t>deepl</a:t>
            </a:r>
            <a:r>
              <a:rPr lang="fr-FR" sz="2800" dirty="0"/>
              <a:t> (ou Chat GPT, etc.) en japonais</a:t>
            </a:r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84BFD3C-CA44-249D-58C1-FEC5F0760222}"/>
              </a:ext>
            </a:extLst>
          </p:cNvPr>
          <p:cNvSpPr txBox="1"/>
          <p:nvPr/>
        </p:nvSpPr>
        <p:spPr>
          <a:xfrm>
            <a:off x="5759667" y="3983781"/>
            <a:ext cx="6090745" cy="206210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2800" dirty="0"/>
              <a:t>Je modifie, je complète, mon texte en japonais</a:t>
            </a:r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863C31D-6655-43C8-E75B-4543423A6587}"/>
              </a:ext>
            </a:extLst>
          </p:cNvPr>
          <p:cNvSpPr txBox="1"/>
          <p:nvPr/>
        </p:nvSpPr>
        <p:spPr>
          <a:xfrm>
            <a:off x="4070434" y="-3388"/>
            <a:ext cx="23326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ja-JP" sz="2400" dirty="0">
                <a:latin typeface="Cambria" panose="02040503050406030204" pitchFamily="18" charset="0"/>
              </a:rPr>
              <a:t>étape 2/ étape 3</a:t>
            </a:r>
            <a:endParaRPr lang="fr-FR" sz="2400" dirty="0"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72158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07FF521-EF79-DFDB-E0DA-1839F85ED4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Sur </a:t>
            </a:r>
            <a:r>
              <a:rPr lang="fr-FR" dirty="0" err="1"/>
              <a:t>deepl</a:t>
            </a:r>
            <a:r>
              <a:rPr lang="fr-FR" dirty="0"/>
              <a:t> ou </a:t>
            </a:r>
            <a:r>
              <a:rPr lang="fr-FR" dirty="0" err="1"/>
              <a:t>Chatgpt</a:t>
            </a:r>
            <a:r>
              <a:rPr lang="fr-FR" dirty="0"/>
              <a:t>, Gemini, Claude, etc.) : je colle mon texte en japonais et je traduis en français. </a:t>
            </a:r>
          </a:p>
          <a:p>
            <a:pPr marL="0" indent="0">
              <a:buNone/>
            </a:pPr>
            <a:r>
              <a:rPr lang="fr-FR" dirty="0"/>
              <a:t>Je copie le texte en en français. 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C48E46A-56C0-55E7-32AF-4ED6BE0A1AA3}"/>
              </a:ext>
            </a:extLst>
          </p:cNvPr>
          <p:cNvSpPr txBox="1"/>
          <p:nvPr/>
        </p:nvSpPr>
        <p:spPr>
          <a:xfrm>
            <a:off x="4624552" y="230188"/>
            <a:ext cx="11496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ja-JP" sz="2400" dirty="0">
                <a:latin typeface="Cambria" panose="02040503050406030204" pitchFamily="18" charset="0"/>
              </a:rPr>
              <a:t>étape 4</a:t>
            </a:r>
            <a:endParaRPr lang="fr-FR" sz="2400" dirty="0"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9157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2407C9A-7F23-1A5C-7577-9ACE55C21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357" y="461020"/>
            <a:ext cx="6099836" cy="923331"/>
          </a:xfrm>
        </p:spPr>
        <p:txBody>
          <a:bodyPr anchor="t"/>
          <a:lstStyle/>
          <a:p>
            <a:r>
              <a:rPr lang="fr-FR" sz="3600" dirty="0"/>
              <a:t>3. Mes textes en français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4A8C9797-11A4-8D08-2550-279C49970B35}"/>
              </a:ext>
            </a:extLst>
          </p:cNvPr>
          <p:cNvSpPr txBox="1"/>
          <p:nvPr/>
        </p:nvSpPr>
        <p:spPr>
          <a:xfrm>
            <a:off x="719871" y="1025406"/>
            <a:ext cx="5076093" cy="45243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2800" dirty="0"/>
              <a:t>Je colle mon texte 1 en français</a:t>
            </a:r>
          </a:p>
          <a:p>
            <a:endParaRPr lang="fr-FR" sz="2800" dirty="0"/>
          </a:p>
          <a:p>
            <a:endParaRPr lang="fr-FR" sz="2800" dirty="0"/>
          </a:p>
          <a:p>
            <a:endParaRPr lang="fr-FR" sz="2800" dirty="0"/>
          </a:p>
          <a:p>
            <a:endParaRPr lang="fr-FR" sz="2800" dirty="0"/>
          </a:p>
          <a:p>
            <a:endParaRPr lang="fr-FR" sz="2800" dirty="0"/>
          </a:p>
          <a:p>
            <a:endParaRPr lang="fr-FR" sz="2800" dirty="0"/>
          </a:p>
          <a:p>
            <a:endParaRPr lang="fr-FR" sz="2800" dirty="0"/>
          </a:p>
          <a:p>
            <a:endParaRPr lang="fr-FR" sz="2800" dirty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84BFD3C-CA44-249D-58C1-FEC5F0760222}"/>
              </a:ext>
            </a:extLst>
          </p:cNvPr>
          <p:cNvSpPr txBox="1"/>
          <p:nvPr/>
        </p:nvSpPr>
        <p:spPr>
          <a:xfrm>
            <a:off x="6096000" y="1021916"/>
            <a:ext cx="5076093" cy="44012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2800" dirty="0"/>
              <a:t>Je colle mon texte 2 en français</a:t>
            </a:r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F93C0FE7-BBDA-9A4A-58D0-24800FE41376}"/>
              </a:ext>
            </a:extLst>
          </p:cNvPr>
          <p:cNvSpPr txBox="1"/>
          <p:nvPr/>
        </p:nvSpPr>
        <p:spPr>
          <a:xfrm>
            <a:off x="427558" y="5642246"/>
            <a:ext cx="571502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highlight>
                  <a:srgbClr val="FFFF00"/>
                </a:highlight>
                <a:latin typeface="Cambria" panose="02040503050406030204" pitchFamily="18" charset="0"/>
              </a:rPr>
              <a:t>Je souligne la grammaire en jaune</a:t>
            </a:r>
          </a:p>
          <a:p>
            <a:r>
              <a:rPr lang="fr-FR" dirty="0">
                <a:highlight>
                  <a:srgbClr val="FF00FF"/>
                </a:highlight>
                <a:latin typeface="Cambria" panose="02040503050406030204" pitchFamily="18" charset="0"/>
              </a:rPr>
              <a:t>Je souligne les mots que je connais en rose</a:t>
            </a:r>
          </a:p>
          <a:p>
            <a:r>
              <a:rPr lang="fr-FR" dirty="0">
                <a:highlight>
                  <a:srgbClr val="00FFFF"/>
                </a:highlight>
                <a:latin typeface="Cambria" panose="02040503050406030204" pitchFamily="18" charset="0"/>
              </a:rPr>
              <a:t>Je souligne les mots utiles, que je ne connais pas, en bleu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BEC556E-AC99-788B-B380-EEA9D74C35CC}"/>
              </a:ext>
            </a:extLst>
          </p:cNvPr>
          <p:cNvSpPr txBox="1"/>
          <p:nvPr/>
        </p:nvSpPr>
        <p:spPr>
          <a:xfrm>
            <a:off x="5402317" y="9551"/>
            <a:ext cx="11496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ja-JP" sz="2400" dirty="0">
                <a:latin typeface="Cambria" panose="02040503050406030204" pitchFamily="18" charset="0"/>
              </a:rPr>
              <a:t>étape 5</a:t>
            </a:r>
            <a:endParaRPr lang="fr-FR" sz="2400" dirty="0">
              <a:latin typeface="Cambria" panose="02040503050406030204" pitchFamily="18" charset="0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27D6379-8B6D-5009-F133-9649437ED758}"/>
              </a:ext>
            </a:extLst>
          </p:cNvPr>
          <p:cNvSpPr txBox="1"/>
          <p:nvPr/>
        </p:nvSpPr>
        <p:spPr>
          <a:xfrm>
            <a:off x="9203284" y="372136"/>
            <a:ext cx="196880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ja-JP" sz="2400" dirty="0"/>
              <a:t>Je le modifie ?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260427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2407C9A-7F23-1A5C-7577-9ACE55C21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9756228" cy="578976"/>
          </a:xfrm>
        </p:spPr>
        <p:txBody>
          <a:bodyPr anchor="t">
            <a:normAutofit fontScale="90000"/>
          </a:bodyPr>
          <a:lstStyle/>
          <a:p>
            <a:r>
              <a:rPr lang="fr-FR" sz="3600" dirty="0">
                <a:latin typeface="Cambria" panose="02040503050406030204" pitchFamily="18" charset="0"/>
              </a:rPr>
              <a:t>4. Ma photo et mon texte final en français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6F6EF64-AF2E-D9B9-FEE7-76078EBE3C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1927" y="1825625"/>
            <a:ext cx="5181600" cy="4351338"/>
          </a:xfrm>
          <a:ln>
            <a:solidFill>
              <a:schemeClr val="tx1"/>
            </a:solidFill>
          </a:ln>
        </p:spPr>
        <p:txBody>
          <a:bodyPr/>
          <a:lstStyle/>
          <a:p>
            <a:pPr marL="0" indent="0">
              <a:buNone/>
            </a:pPr>
            <a:endParaRPr lang="fr-FR" dirty="0"/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3AAC33F-9946-2067-CE63-09D2F5BECC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2626" y="1363170"/>
            <a:ext cx="5181600" cy="4351338"/>
          </a:xfrm>
        </p:spPr>
        <p:txBody>
          <a:bodyPr/>
          <a:lstStyle/>
          <a:p>
            <a:r>
              <a:rPr lang="fr-FR" altLang="ja-JP" dirty="0"/>
              <a:t>Je colle ma photo ici</a:t>
            </a:r>
          </a:p>
          <a:p>
            <a:endParaRPr lang="fr-FR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4A8C9797-11A4-8D08-2550-279C49970B35}"/>
              </a:ext>
            </a:extLst>
          </p:cNvPr>
          <p:cNvSpPr txBox="1"/>
          <p:nvPr/>
        </p:nvSpPr>
        <p:spPr>
          <a:xfrm>
            <a:off x="5954925" y="944102"/>
            <a:ext cx="5076093" cy="495520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2800" dirty="0"/>
              <a:t>Mon  texte en français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A5F4725-D028-E55C-AD99-6592198BE090}"/>
              </a:ext>
            </a:extLst>
          </p:cNvPr>
          <p:cNvSpPr txBox="1"/>
          <p:nvPr/>
        </p:nvSpPr>
        <p:spPr>
          <a:xfrm>
            <a:off x="6663559" y="19981"/>
            <a:ext cx="11496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ja-JP" sz="2400" dirty="0">
                <a:latin typeface="Cambria" panose="02040503050406030204" pitchFamily="18" charset="0"/>
              </a:rPr>
              <a:t>étape 5</a:t>
            </a:r>
            <a:endParaRPr lang="fr-FR" sz="2400" dirty="0"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69165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>
            <a:extLst>
              <a:ext uri="{FF2B5EF4-FFF2-40B4-BE49-F238E27FC236}">
                <a16:creationId xmlns:a16="http://schemas.microsoft.com/office/drawing/2014/main" id="{5F80697B-802F-90E2-4FE3-33BD23D20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ja-JP" sz="4400" dirty="0">
                <a:latin typeface="Cambria" panose="02040503050406030204" pitchFamily="18" charset="0"/>
              </a:rPr>
              <a:t>Quels nouveaux mots utiles ?</a:t>
            </a:r>
            <a:br>
              <a:rPr lang="fr-FR" altLang="ja-JP" sz="4400" dirty="0">
                <a:latin typeface="Cambria" panose="02040503050406030204" pitchFamily="18" charset="0"/>
              </a:rPr>
            </a:br>
            <a:r>
              <a:rPr lang="fr-FR" altLang="ja-JP" sz="4400" dirty="0">
                <a:latin typeface="Cambria" panose="02040503050406030204" pitchFamily="18" charset="0"/>
              </a:rPr>
              <a:t>Quelle grammaire utile</a:t>
            </a:r>
            <a:endParaRPr lang="fr-FR" dirty="0"/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6B61DBD1-4A44-B2D4-D76D-0304910AA8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altLang="ja-JP" sz="2800" dirty="0"/>
              <a:t>après le PPT, dans mon cahier de français, je note les nouveaux mots, les nouvelles expressions, la grammaire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926575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43EE7E-1785-5379-ED72-B5BFEE2BA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Merci!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CCF7E55-9960-09B1-C4B1-8FCD09BCA4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Peux-tu envoyer ce power-point à:</a:t>
            </a:r>
            <a:br>
              <a:rPr lang="fr-FR" dirty="0"/>
            </a:br>
            <a:endParaRPr lang="fr-FR" dirty="0"/>
          </a:p>
          <a:p>
            <a:pPr marL="0" indent="0">
              <a:buNone/>
            </a:pPr>
            <a:r>
              <a:rPr lang="fr-FR" dirty="0"/>
              <a:t>Alessandra Keller-Gerber</a:t>
            </a:r>
          </a:p>
          <a:p>
            <a:pPr marL="0" indent="0">
              <a:buNone/>
            </a:pPr>
            <a:r>
              <a:rPr lang="fr-FR" dirty="0">
                <a:hlinkClick r:id="rId2"/>
              </a:rPr>
              <a:t>Alessandra.keller-gerber@unifr.ch</a:t>
            </a: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Marie-Françoise </a:t>
            </a:r>
            <a:r>
              <a:rPr lang="fr-FR" dirty="0" err="1"/>
              <a:t>Pungier</a:t>
            </a:r>
            <a:endParaRPr lang="fr-FR" dirty="0"/>
          </a:p>
          <a:p>
            <a:pPr marL="0" indent="0">
              <a:buNone/>
            </a:pPr>
            <a:r>
              <a:rPr lang="fr-FR" dirty="0">
                <a:hlinkClick r:id="rId3"/>
              </a:rPr>
              <a:t>mfp@omu.ac.jp</a:t>
            </a: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8464407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17ED31752D70464B94E17A4C21822E40" ma:contentTypeVersion="10" ma:contentTypeDescription="新しいドキュメントを作成します。" ma:contentTypeScope="" ma:versionID="617a292cac6e3ff8e76999cc7adae0cb">
  <xsd:schema xmlns:xsd="http://www.w3.org/2001/XMLSchema" xmlns:xs="http://www.w3.org/2001/XMLSchema" xmlns:p="http://schemas.microsoft.com/office/2006/metadata/properties" xmlns:ns2="13713975-8c0d-43d3-b2cf-932f1ec0c4e2" xmlns:ns3="c0c7f4e8-7a67-43b6-aeea-d345dc816db8" targetNamespace="http://schemas.microsoft.com/office/2006/metadata/properties" ma:root="true" ma:fieldsID="8ec4d315980925d148503eca425594c7" ns2:_="" ns3:_="">
    <xsd:import namespace="13713975-8c0d-43d3-b2cf-932f1ec0c4e2"/>
    <xsd:import namespace="c0c7f4e8-7a67-43b6-aeea-d345dc816db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3713975-8c0d-43d3-b2cf-932f1ec0c4e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画像タグ" ma:readOnly="false" ma:fieldId="{5cf76f15-5ced-4ddc-b409-7134ff3c332f}" ma:taxonomyMulti="true" ma:sspId="ca789d6b-bc24-4e35-93cc-6799487c563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c7f4e8-7a67-43b6-aeea-d345dc816db8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8e6d8f8c-23a2-4df1-991e-f16856969e40}" ma:internalName="TaxCatchAll" ma:showField="CatchAllData" ma:web="c0c7f4e8-7a67-43b6-aeea-d345dc816db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0c7f4e8-7a67-43b6-aeea-d345dc816db8" xsi:nil="true"/>
    <lcf76f155ced4ddcb4097134ff3c332f xmlns="13713975-8c0d-43d3-b2cf-932f1ec0c4e2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57A14147-9809-47C1-8AF1-DA43330A6E27}"/>
</file>

<file path=customXml/itemProps2.xml><?xml version="1.0" encoding="utf-8"?>
<ds:datastoreItem xmlns:ds="http://schemas.openxmlformats.org/officeDocument/2006/customXml" ds:itemID="{AE7A835B-9E09-472E-BDAF-9697B9267739}"/>
</file>

<file path=customXml/itemProps3.xml><?xml version="1.0" encoding="utf-8"?>
<ds:datastoreItem xmlns:ds="http://schemas.openxmlformats.org/officeDocument/2006/customXml" ds:itemID="{78A215AA-9256-4AFF-8D43-BEF33DEC520F}"/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621</Words>
  <Application>Microsoft Macintosh PowerPoint</Application>
  <PresentationFormat>ワイド画面</PresentationFormat>
  <Paragraphs>106</Paragraphs>
  <Slides>11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7" baseType="lpstr">
      <vt:lpstr>-webkit-standard</vt:lpstr>
      <vt:lpstr>Arial</vt:lpstr>
      <vt:lpstr>Calibri</vt:lpstr>
      <vt:lpstr>Calibri Light</vt:lpstr>
      <vt:lpstr>Cambria</vt:lpstr>
      <vt:lpstr>Thème Office</vt:lpstr>
      <vt:lpstr>PHOTO-TEXTE</vt:lpstr>
      <vt:lpstr>processus</vt:lpstr>
      <vt:lpstr>mfp  traduit avec ChatGPT</vt:lpstr>
      <vt:lpstr>1. Ma photo et quelques mots en français</vt:lpstr>
      <vt:lpstr>PowerPoint プレゼンテーション</vt:lpstr>
      <vt:lpstr>2. Ma photo et je travaille mon texte en japonais</vt:lpstr>
      <vt:lpstr>PowerPoint プレゼンテーション</vt:lpstr>
      <vt:lpstr>3. Mes textes en français</vt:lpstr>
      <vt:lpstr>4. Ma photo et mon texte final en français</vt:lpstr>
      <vt:lpstr>Quels nouveaux mots utiles ? Quelle grammaire utile</vt:lpstr>
      <vt:lpstr>Merci!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ATELIER PHOTO-LANGUE</dc:title>
  <dc:creator>KELLER-GERBER Alessandra</dc:creator>
  <cp:lastModifiedBy>mf mf</cp:lastModifiedBy>
  <cp:revision>19</cp:revision>
  <dcterms:created xsi:type="dcterms:W3CDTF">2024-06-29T22:29:41Z</dcterms:created>
  <dcterms:modified xsi:type="dcterms:W3CDTF">2026-02-02T04:52:00Z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0x01010017ED31752D70464B94E17A4C21822E40</vt:lpwstr>
  </property>
</Properties>
</file>